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3d83bd75df4348" /><Relationship Type="http://schemas.openxmlformats.org/officeDocument/2006/relationships/extended-properties" Target="/docProps/app.xml" Id="Red15e58dabff4a95" /><Relationship Type="http://schemas.openxmlformats.org/officeDocument/2006/relationships/officeDocument" Target="/ppt/presentation.xml" Id="R72674203ce5842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90128a77eb423f"/>
  </p:sldMasterIdLst>
  <p:notesMasterIdLst>
    <p:notesMasterId xmlns:r="http://schemas.openxmlformats.org/officeDocument/2006/relationships" r:id="R765c0fac5732448a"/>
  </p:notesMasterIdLst>
  <p:sldIdLst>
    <p:sldId xmlns:r="http://schemas.openxmlformats.org/officeDocument/2006/relationships" id="256" r:id="R8fad901497c34430"/>
    <p:sldId xmlns:r="http://schemas.openxmlformats.org/officeDocument/2006/relationships" id="257" r:id="R3b7f02e8734b459a"/>
    <p:sldId xmlns:r="http://schemas.openxmlformats.org/officeDocument/2006/relationships" id="258" r:id="R53b324e2e8444f59"/>
    <p:sldId xmlns:r="http://schemas.openxmlformats.org/officeDocument/2006/relationships" id="259" r:id="R06d1ce7c6e024700"/>
    <p:sldId xmlns:r="http://schemas.openxmlformats.org/officeDocument/2006/relationships" id="260" r:id="R28e26f697a07426f"/>
    <p:sldId xmlns:r="http://schemas.openxmlformats.org/officeDocument/2006/relationships" id="261" r:id="Re0baa8be89c44372"/>
    <p:sldId xmlns:r="http://schemas.openxmlformats.org/officeDocument/2006/relationships" id="262" r:id="R7b16e3e6d0ae4e74"/>
    <p:sldId xmlns:r="http://schemas.openxmlformats.org/officeDocument/2006/relationships" id="263" r:id="Rc80a36182a644a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61c1924cf3478b" /><Relationship Type="http://schemas.openxmlformats.org/officeDocument/2006/relationships/slideMaster" Target="/ppt/slideMasters/slideMaster1.xml" Id="R1e90128a77eb423f" /><Relationship Type="http://schemas.openxmlformats.org/officeDocument/2006/relationships/notesMaster" Target="/ppt/notesMasters/notesMaster1.xml" Id="R765c0fac5732448a" /><Relationship Type="http://schemas.openxmlformats.org/officeDocument/2006/relationships/presProps" Target="/ppt/presProps.xml" Id="Rde0c5bff1ca249d8" /><Relationship Type="http://schemas.openxmlformats.org/officeDocument/2006/relationships/tableStyles" Target="/ppt/tableStyles.xml" Id="Rd54b68a8396a497f" /><Relationship Type="http://schemas.openxmlformats.org/officeDocument/2006/relationships/slide" Target="/ppt/slides/slide1.xml" Id="R8fad901497c34430" /><Relationship Type="http://schemas.openxmlformats.org/officeDocument/2006/relationships/slide" Target="/ppt/slides/slide2.xml" Id="R3b7f02e8734b459a" /><Relationship Type="http://schemas.openxmlformats.org/officeDocument/2006/relationships/slide" Target="/ppt/slides/slide3.xml" Id="R53b324e2e8444f59" /><Relationship Type="http://schemas.openxmlformats.org/officeDocument/2006/relationships/slide" Target="/ppt/slides/slide4.xml" Id="R06d1ce7c6e024700" /><Relationship Type="http://schemas.openxmlformats.org/officeDocument/2006/relationships/slide" Target="/ppt/slides/slide5.xml" Id="R28e26f697a07426f" /><Relationship Type="http://schemas.openxmlformats.org/officeDocument/2006/relationships/slide" Target="/ppt/slides/slide6.xml" Id="Re0baa8be89c44372" /><Relationship Type="http://schemas.openxmlformats.org/officeDocument/2006/relationships/slide" Target="/ppt/slides/slide7.xml" Id="R7b16e3e6d0ae4e74" /><Relationship Type="http://schemas.openxmlformats.org/officeDocument/2006/relationships/slide" Target="/ppt/slides/slide8.xml" Id="Rc80a36182a644a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05fcce92ee4d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a2a1cb7daa46fa" /><Relationship Type="http://schemas.openxmlformats.org/officeDocument/2006/relationships/notesMaster" Target="/ppt/notesMasters/notesMaster1.xml" Id="Rf49649cac8d646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9ed1b973534cc9" /><Relationship Type="http://schemas.openxmlformats.org/officeDocument/2006/relationships/notesMaster" Target="/ppt/notesMasters/notesMaster1.xml" Id="R8e40402d38bf45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a1c0f1e3b5452a" /><Relationship Type="http://schemas.openxmlformats.org/officeDocument/2006/relationships/notesMaster" Target="/ppt/notesMasters/notesMaster1.xml" Id="Rf93ba7d23a1f48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503c80cf7f47d4" /><Relationship Type="http://schemas.openxmlformats.org/officeDocument/2006/relationships/notesMaster" Target="/ppt/notesMasters/notesMaster1.xml" Id="Rf19550522ce44a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b7ee6588114888" /><Relationship Type="http://schemas.openxmlformats.org/officeDocument/2006/relationships/notesMaster" Target="/ppt/notesMasters/notesMaster1.xml" Id="Rf0fab0501e6044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c20afe73c7481b" /><Relationship Type="http://schemas.openxmlformats.org/officeDocument/2006/relationships/notesMaster" Target="/ppt/notesMasters/notesMaster1.xml" Id="Ref80f29d716e46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2fd281b58a46cc" /><Relationship Type="http://schemas.openxmlformats.org/officeDocument/2006/relationships/notesMaster" Target="/ppt/notesMasters/notesMaster1.xml" Id="Rdf64415c5c5044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1ad6307b404b91" /><Relationship Type="http://schemas.openxmlformats.org/officeDocument/2006/relationships/notesMaster" Target="/ppt/notesMasters/notesMaster1.xml" Id="R3495783e884c41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MOD-002 Game Adapter v1.0 Implementation Baseline и ADR-009. Техническая версия SKSE проверена по https://skse.silverlock.org/ на 2026-09-04.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ADR-009, разделы 2–7; MOD-002 v1.0, разделы 1–7. CommonLibSSE NG: https://github.com/CharmedBaryon/CommonLibSSE-NG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ARCH-003, ARCH-005, ARCH-008; ADR-006, ADR-007, ADR-008; MOD-002 v1.0, разделы 2, 3, 6 и 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MOD-002 v1.0, разделы 8–10 и 18. Реализация: modules/MOD-002_Game_Adapter/src/game_adapter.cpp.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ADR-007 capability semantics; MOD-002 v1.0, разделы 7–8. Профиль: modules/MOD-002_Game_Adapter/profiles/skyrim-se-ae.profile.json.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MOD-002 v1.0, разделы 11, 12, 15–17 и 20. Реализация проверок: game_adapter.cpp.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MOD-002 v1.0, разделы 13–20 и 23; ADR-009, раздел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MOD-002 v1.0, разделы 24–30; MOD-002 M2.1 Baseline QA. Текущие версии SKSE: https://skse.silverlock.org/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476fdd75a146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1b7c2a5d664200" /><Relationship Type="http://schemas.openxmlformats.org/officeDocument/2006/relationships/slideLayout" Target="/ppt/slideLayouts/slideLayout1.xml" Id="Rf7bf537d15dc4b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bf537d15dc4b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e08d716b6499e" /><Relationship Type="http://schemas.openxmlformats.org/officeDocument/2006/relationships/notesSlide" Target="/ppt/notesSlides/notesSlide1.xml" Id="R8003348820d44c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6849e418d4b0b" /><Relationship Type="http://schemas.openxmlformats.org/officeDocument/2006/relationships/notesSlide" Target="/ppt/notesSlides/notesSlide2.xml" Id="R9d47be0cde164b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5135977e34f5c" /><Relationship Type="http://schemas.openxmlformats.org/officeDocument/2006/relationships/notesSlide" Target="/ppt/notesSlides/notesSlide3.xml" Id="R2d71bbf2961b41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4105c9d7545a0" /><Relationship Type="http://schemas.openxmlformats.org/officeDocument/2006/relationships/notesSlide" Target="/ppt/notesSlides/notesSlide4.xml" Id="Rdb11a9cae03942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76729a4e347a0" /><Relationship Type="http://schemas.openxmlformats.org/officeDocument/2006/relationships/notesSlide" Target="/ppt/notesSlides/notesSlide5.xml" Id="R5dee1e39bd1f44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5a7de65654b0f" /><Relationship Type="http://schemas.openxmlformats.org/officeDocument/2006/relationships/notesSlide" Target="/ppt/notesSlides/notesSlide6.xml" Id="R5324af1c78ca49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30c87175b4764" /><Relationship Type="http://schemas.openxmlformats.org/officeDocument/2006/relationships/notesSlide" Target="/ppt/notesSlides/notesSlide7.xml" Id="Rc27d65dd254549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c64c898284437" /><Relationship Type="http://schemas.openxmlformats.org/officeDocument/2006/relationships/notesSlide" Target="/ppt/notesSlides/notesSlide8.xml" Id="Rb526d040d6d74e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06BDF-538D-4E79-940F-D506EBCD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C6D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8996C-255B-46F8-9397-0933BABE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64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73223-7828-4D8F-9F82-1DA90A2B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C6D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C6DD"/>
                </a:solidFill>
                <a:latin typeface="Arial"/>
                <a:ea typeface="Arial"/>
                <a:cs typeface="Arial"/>
              </a:rPr>
              <a:t>WORLD ENGINE / INTEGRATION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197F67-61D9-401E-955D-7933BA54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MOD-002</a:t>
            </a:r>
          </a:p>
          <a:p xmlns:a="http://schemas.openxmlformats.org/drawingml/2006/main">
            <a:pPr algn="l">
              <a:defRPr sz="42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Game Adapter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CEDFF-AA63-494A-9E5A-DBEE443F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Архитектурная и реализационная база для Skyrim SE / AE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4695B-2538-4279-99DD-64CBC4CC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4591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4364A"/>
          </a:solidFill>
          <a:ln xmlns:a="http://schemas.openxmlformats.org/drawingml/2006/main" w="9525">
            <a:solidFill>
              <a:srgbClr val="38C6D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2A771-AFC1-4A99-AD2D-5E3C041E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91025"/>
            <a:ext cx="423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8C6D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8C6DD"/>
                </a:solidFill>
                <a:latin typeface="Arial"/>
                <a:ea typeface="Arial"/>
                <a:cs typeface="Arial"/>
              </a:rPr>
              <a:t>M2.1 COMPLETE  •  STATUS: PROTOTYPE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13B85-B71E-45E4-9A9B-6BD46E30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C45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C45B"/>
                </a:solidFill>
                <a:latin typeface="Arial"/>
                <a:ea typeface="Arial"/>
                <a:cs typeface="Arial"/>
              </a:rPr>
              <a:t>Skyrim VR не включён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ED7659-CDFA-4DEE-ACD4-E7B7185A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153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2026-09-04</a:t>
            </a:r>
          </a:p>
        </p:txBody>
      </p:sp>
    </p:spTree>
    <p:extLst>
      <p:ext uri="{BB962C8B-B14F-4D97-AF65-F5344CB8AC3E}">
        <p14:creationId xmlns:p14="http://schemas.microsoft.com/office/powerpoint/2010/main" val="16057829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66128A-B1BE-4CA3-BCBF-A8B56ECC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C6D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C6DD"/>
                </a:solidFill>
                <a:latin typeface="Arial"/>
                <a:ea typeface="Arial"/>
                <a:cs typeface="Arial"/>
              </a:rPr>
              <a:t>РЕШЕНИЕ И ГРАНИЦЫ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079CD-05BD-45D5-AFE7-766B99AA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Что именно разрешено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CEC47-6368-404E-A9E2-D8AA2D7C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7C75C-D348-45C1-941E-43486759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543F9-4EDC-422E-A335-56194FEC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3EFC0-0A62-493F-A18D-CC25956D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D6A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0DEF3-4B47-402B-BC6E-62982F0A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302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Skyrim SE / AE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6C7BDF-5126-4B98-8859-85B40C91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3028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Steam AE, legacy Steam SE 1.5.97 и GOG AE. Каждая линия остаётся Pending Game Test до объективной проверки.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F2EEF-EEB0-4C32-83BF-7D8E8AFA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76400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9F57E-CC77-4C63-9A17-A1A752B3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7640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C6D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E91BA-DC6D-4ACA-92FB-9CA647A5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47850"/>
            <a:ext cx="302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Две части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07BB9B-C107-4D90-963C-6BD3A0B5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47900"/>
            <a:ext cx="3028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Portable C++20 library в World Engine и тонкий C++23 SKSE/CommonLibSSE NG bridge внутри Skyrim.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1CAA65-043F-48D7-A37C-6E36AAF7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76400"/>
            <a:ext cx="3429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816D6A-8274-4FC3-9F86-175C5A21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7640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8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87AD71-AE33-4375-B951-756D7CDD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47850"/>
            <a:ext cx="302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Один контракт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A2FE0-622A-480F-B4A3-A9997CF9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47900"/>
            <a:ext cx="3028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Вход через Game Ingress Port. Выход через Game Output Capability Port. Ownership остаётся у application boundary.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0EB906-D568-46D1-A35F-228A5C48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53149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638CAC-4F99-4FD7-BCA4-94CB8E45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45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8882F9-778F-4031-82B6-730D3537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91000"/>
            <a:ext cx="4914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Намеренно исключено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3F1069-8525-4FF6-B329-24BA5775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91050"/>
            <a:ext cx="4914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Skyrim VR, Classic Skyrim, Windows Store, Game Pass и Epic Games Store. Никаких заявлений Supported до сборки и in-game матрицы.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F34B28-CB71-453A-889E-531C94CB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19550"/>
            <a:ext cx="53149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C3D4F-F4CC-4FD2-B065-18BFF6E4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195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D6A0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24A24D-C29F-477E-91BC-E32DEC68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91000"/>
            <a:ext cx="4914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Почему так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EFEFBE-B669-4723-BBE9-49CC8AF9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4914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Изолируем Skyrim SDK, сохраняем ацикличные зависимости, тестируем portable logic без игры и не раздуваем первую compatibility matrix.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AB9305-A1CA-437D-91C3-CA941911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WORLD ENGINE  •  MOD-002  •  PROTOTYPE</a:t>
            </a:r>
          </a:p>
        </p:txBody>
      </p:sp>
    </p:spTree>
    <p:extLst>
      <p:ext uri="{BB962C8B-B14F-4D97-AF65-F5344CB8AC3E}">
        <p14:creationId xmlns:p14="http://schemas.microsoft.com/office/powerpoint/2010/main" val="7493221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97EC82-1D4F-4B84-908A-823093BA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C6D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C6DD"/>
                </a:solidFill>
                <a:latin typeface="Arial"/>
                <a:ea typeface="Arial"/>
                <a:cs typeface="Arial"/>
              </a:rPr>
              <a:t>СТАТИЧЕСКАЯ АРХИТЕКТУРА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788E4-0523-4FD6-A21C-002028CA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Граница не пропускает Skyrim-типы в 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9804D3-9C47-4E4D-8CD3-23FABB19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70AEC-0D6B-4787-8068-FD74BE39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82E65-DE4E-4B84-97D7-CD40AAB1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ADE7A2-432F-43CC-B9E9-27484D2D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C45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067DD-D7C4-4E50-84BC-93F6C1AC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Skyrim Runtime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CC72A-2F58-4AAF-B082-7D8CB555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4574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SKSE events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Runtime identity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Game hooks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UI execution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16B1C-7968-4C3F-B616-4CA048F55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285750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648E0-3F9E-453D-807A-B353B73F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4762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C6D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98EF3-EAEF-49BA-BD55-87F43B42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81200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MOD-002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8A578-2331-4B27-8E0F-9F446109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81250"/>
            <a:ext cx="24574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Skyrim Bridge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Portable Game Adapter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Validation + capabilities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52412F-2A0E-4983-B830-85440A07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55363D-004D-4148-ACB4-06802DCA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8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4A4215-DED7-48B7-8E37-1DC93425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71700"/>
            <a:ext cx="2457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10E740-9BB9-45A3-AC79-A9A12FB8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71750"/>
            <a:ext cx="24574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Game Ingress Port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Game Output Port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Host status sink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Policy owners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982016-F413-490F-9E6F-63873130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57500"/>
            <a:ext cx="83820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C6D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EF954-E1C7-4A58-A7AA-189772F8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83820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388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AA2C96-AD17-41D8-A877-F8CDCE3E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908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runtime observations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75AE68-C08E-44EA-96FB-88902276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908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typed contracts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D5241F-2CF3-4E4C-B378-C6F5D70C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95875"/>
            <a:ext cx="83439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230"/>
          </a:solidFill>
          <a:ln xmlns:a="http://schemas.openxmlformats.org/drawingml/2006/main" w="9525">
            <a:solidFill>
              <a:srgbClr val="5ED6A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BBB366-8D84-4793-ACFE-54E64DF1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86375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ED6A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ED6A0"/>
                </a:solidFill>
                <a:latin typeface="Arial"/>
                <a:ea typeface="Arial"/>
                <a:cs typeface="Arial"/>
              </a:rPr>
              <a:t>Plugin Detection владеет discovery  •  Save Manager владеет restore compatibility  •  Host владеет application readiness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42310B-EC31-494E-9559-271121FE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WORLD ENGINE  •  MOD-002  •  PROTOTYPE</a:t>
            </a:r>
          </a:p>
        </p:txBody>
      </p:sp>
    </p:spTree>
    <p:extLst>
      <p:ext uri="{BB962C8B-B14F-4D97-AF65-F5344CB8AC3E}">
        <p14:creationId xmlns:p14="http://schemas.microsoft.com/office/powerpoint/2010/main" val="652013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E4F882-5257-4BE5-B76A-D9A2D901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C6D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C6DD"/>
                </a:solidFill>
                <a:latin typeface="Arial"/>
                <a:ea typeface="Arial"/>
                <a:cs typeface="Arial"/>
              </a:rPr>
              <a:t>СОСТОЯНИЯ АДАПТЕРА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B3A151-E3CD-48C9-A5A8-D39651B9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Явный lifecycle вместо скрытых флагов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05BC3-B746-46D8-9AB4-48983182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5553B-6D72-4401-9C43-B51D1FE9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07AD6-F8FE-4570-82C1-15E67CE4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1866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A9BEC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CD5A8-E8A2-45AD-95AF-B6D3064A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145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Created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ABB6E-598F-4DC0-A42E-AB71D674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1240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D5756-F3C0-48F3-AE2C-B1F14853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85950"/>
            <a:ext cx="1866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8C6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BC2BB-C961-40F1-8D81-B9999290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1145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8C6D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8C6DD"/>
                </a:solidFill>
                <a:latin typeface="Arial"/>
                <a:ea typeface="Arial"/>
                <a:cs typeface="Arial"/>
              </a:rPr>
              <a:t>Initializing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AE1B54-9282-4F20-B5D0-B6D292C2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240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441D3-AAC1-493D-844C-CF553263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885950"/>
            <a:ext cx="1866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5ED6A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FD408-89AB-4625-B802-54E5908E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1145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ED6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ED6A0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A08D97-1A44-443B-97A7-A1350263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1240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BB8F4E-1D5E-43C3-B857-562621BE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85950"/>
            <a:ext cx="1866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F7C4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BEDBA5-F984-4F66-A8A9-9A9924B9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145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C4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C45B"/>
                </a:solidFill>
                <a:latin typeface="Arial"/>
                <a:ea typeface="Arial"/>
                <a:cs typeface="Arial"/>
              </a:rPr>
              <a:t>Degraded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B706D-B2E2-40F9-9A29-C88DC64D4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124075"/>
            <a:ext cx="2857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16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814209-493D-4A88-A480-6A3CFAE1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885950"/>
            <a:ext cx="1866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FF7C7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583FD6-2FD1-4E78-A95B-51E8BDE0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1145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7C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7C75"/>
                </a:solidFill>
                <a:latin typeface="Arial"/>
                <a:ea typeface="Arial"/>
                <a:cs typeface="Arial"/>
              </a:rPr>
              <a:t>Unavailable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06FDC9-D520-421D-AB78-B79F4741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543300"/>
            <a:ext cx="1962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4388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D6DB94-961A-4D31-AB5B-E8F2F1BF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7719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38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388FF"/>
                </a:solidFill>
                <a:latin typeface="Arial"/>
                <a:ea typeface="Arial"/>
                <a:cs typeface="Arial"/>
              </a:rPr>
              <a:t>Recovering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E9F506-42ED-4F31-9AEA-F908C4E6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543300"/>
            <a:ext cx="1962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F7C4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A6F33B-BFBB-44D9-AF03-378A12D0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719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7C45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C45B"/>
                </a:solidFill>
                <a:latin typeface="Arial"/>
                <a:ea typeface="Arial"/>
                <a:cs typeface="Arial"/>
              </a:rPr>
              <a:t>Stopping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C77D33-81AB-424F-A1D8-BA0799F0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543300"/>
            <a:ext cx="1962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A9BEC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3D4351-A3FA-46A0-A894-977F937C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719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Stopped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E98BE9-20D5-4C17-864B-E5203D16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543300"/>
            <a:ext cx="1962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FF7C7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52108B-38D1-46A1-A161-5744C2D1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71900"/>
            <a:ext cx="1676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7C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7C75"/>
                </a:solidFill>
                <a:latin typeface="Arial"/>
                <a:ea typeface="Arial"/>
                <a:cs typeface="Arial"/>
              </a:rPr>
              <a:t>Failed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844C44-16D3-4B57-A2E3-1CAA995E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291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Recovering возвращает систему в новый Initializing generation после quiesce и revalidation.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AA72CB-2C8F-4DC5-83A9-E87F1F97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863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Каждый переход публикует evidence; только Host вычисляет итоговый application state.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52E9D0-8792-45F3-AA9C-5727E53B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WORLD ENGINE  •  MOD-002  •  PROTOTYPE</a:t>
            </a:r>
          </a:p>
        </p:txBody>
      </p:sp>
    </p:spTree>
    <p:extLst>
      <p:ext uri="{BB962C8B-B14F-4D97-AF65-F5344CB8AC3E}">
        <p14:creationId xmlns:p14="http://schemas.microsoft.com/office/powerpoint/2010/main" val="117410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A4DF60-8355-4343-B54E-EB7313DF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C6D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C6DD"/>
                </a:solidFill>
                <a:latin typeface="Arial"/>
                <a:ea typeface="Arial"/>
                <a:cs typeface="Arial"/>
              </a:rPr>
              <a:t>КОНТРАКТ ВОЗМОЖНОСТЕЙ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576C93-B886-42AE-830D-E37ACB96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Capabilities определяют фактическую поддержку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3706C-4FE9-457E-8990-1992B4BE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6F786-2AD4-4F83-AC0C-96206FC7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AB377F-0A5D-44A4-8F1C-63A3AD35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ED6A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ED6A0"/>
                </a:solidFill>
                <a:latin typeface="Arial"/>
                <a:ea typeface="Arial"/>
                <a:cs typeface="Arial"/>
              </a:rPr>
              <a:t>REQUIRED MVP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D8CA34-6E89-4E0F-8920-3F479847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50958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5ED6A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447F4-221D-4064-B6F3-0764E045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71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runtime.identity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0189B-7376-49BD-8F25-74A6527B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50958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5ED6A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06816-570D-432C-9E82-87E9BD34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52725"/>
            <a:ext cx="471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session.lifecycle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D0F87-3525-42B9-846E-8F8A9589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50958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5ED6A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A13D6-69EB-4043-90E3-6DE17193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90900"/>
            <a:ext cx="471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dialogue.context.observe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78BFB-C1E2-44A2-A508-7F23E80F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50958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5ED6A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376CB-F837-4153-9951-87D62522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29075"/>
            <a:ext cx="471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ui.subtitle.show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D134C9-6099-4AAB-8B53-3130CFCC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509587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5ED6A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E56180-C741-4734-911B-3C9C39F0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471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safe_point.evidence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ED47C3-3F6A-4267-BD5D-A0717012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7C4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7C45B"/>
                </a:solidFill>
                <a:latin typeface="Arial"/>
                <a:ea typeface="Arial"/>
                <a:cs typeface="Arial"/>
              </a:rPr>
              <a:t>OPTIONAL / DEFERRED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BA5631-6111-4933-B54C-1FFDB967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81200"/>
            <a:ext cx="52006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F7C4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5CA4D-D3F9-4C4C-8485-6C6341A7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81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world.time.observe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3DCF56-6DD7-4070-A4F8-1EFD50D7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19375"/>
            <a:ext cx="52006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F7C4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F0A427-334F-4CCD-B21B-8B9148DD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52725"/>
            <a:ext cx="481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player.location.observe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32BF43-746C-4889-A5D6-E9824B95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57550"/>
            <a:ext cx="52006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F7C4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008E6C-3098-4188-8B76-E0AA2627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481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actor.basic.observe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A1E9C3-83A6-434D-8325-8EE7602F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95725"/>
            <a:ext cx="52006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F7C4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2DEB58-6DA7-4F08-A3AB-B26E9451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29075"/>
            <a:ext cx="481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voice.playback.trigger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E0E966-044D-4769-B2CC-780E4AAC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52006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4364A"/>
          </a:solidFill>
          <a:ln xmlns:a="http://schemas.openxmlformats.org/drawingml/2006/main" w="9525">
            <a:solidFill>
              <a:srgbClr val="38C6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9A7EEA-648C-4702-9273-AA4EA817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149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8C6D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8C6DD"/>
                </a:solidFill>
                <a:latin typeface="Arial"/>
                <a:ea typeface="Arial"/>
                <a:cs typeface="Arial"/>
              </a:rPr>
              <a:t>Unknown  •  Available  •  Degraded</a:t>
            </a:r>
          </a:p>
          <a:p xmlns:a="http://schemas.openxmlformats.org/drawingml/2006/main">
            <a:pPr algn="ctr">
              <a:defRPr sz="1275" b="1">
                <a:solidFill>
                  <a:srgbClr val="38C6D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8C6DD"/>
                </a:solidFill>
                <a:latin typeface="Arial"/>
                <a:ea typeface="Arial"/>
                <a:cs typeface="Arial"/>
              </a:rPr>
              <a:t>Unavailable  •  Unsupported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57D8D7-FA1E-4328-A1B5-2C747E48E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WORLD ENGINE  •  MOD-002  •  PROTOTYPE</a:t>
            </a:r>
          </a:p>
        </p:txBody>
      </p:sp>
    </p:spTree>
    <p:extLst>
      <p:ext uri="{BB962C8B-B14F-4D97-AF65-F5344CB8AC3E}">
        <p14:creationId xmlns:p14="http://schemas.microsoft.com/office/powerpoint/2010/main" val="13372640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CA23C9-BE67-4BE2-8994-E0623787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C6D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C6DD"/>
                </a:solidFill>
                <a:latin typeface="Arial"/>
                <a:ea typeface="Arial"/>
                <a:cs typeface="Arial"/>
              </a:rPr>
              <a:t>RUNTIME DATA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34308-5600-4A40-AAEE-1BCE8431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Два направленных потока, один набор проверок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9BE94-BF7A-4481-A185-CCB78B53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4A8C0-736C-4D03-AA35-D0327241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4B20A-0546-42C9-B9AD-6DBD6E20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C6D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C6DD"/>
                </a:solidFill>
                <a:latin typeface="Arial"/>
                <a:ea typeface="Arial"/>
                <a:cs typeface="Arial"/>
              </a:rPr>
              <a:t>INBOUND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8D089-A7C8-40F1-BCA2-AD45B280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809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2B07A-30F8-4363-B778-2F329B3B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02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Skyrim event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81985-C24B-4E1E-8680-52D17746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181225"/>
            <a:ext cx="3143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C6D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20F92B-F199-4084-9A23-A30163E7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00250"/>
            <a:ext cx="1809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65EC1B-5DEF-4F00-ABE0-8DEC785E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002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bounded queue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0E4B70-3449-46EA-BE1E-702BAD47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81225"/>
            <a:ext cx="3143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C6D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61934-8110-4602-B24D-91D31579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00250"/>
            <a:ext cx="1809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317DE5-DB3F-4722-91DD-8AD1C9A1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2002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schema + session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A7233-6149-4746-ADF9-F255D0D6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81225"/>
            <a:ext cx="3143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C6D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CE379D-FE93-4EBB-AD3C-3F7B5CFB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00250"/>
            <a:ext cx="1809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D42A5-7C59-44D5-AFEF-1C86502A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002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7026D3-999B-45C4-8B50-965644EB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81225"/>
            <a:ext cx="3143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8C6D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CF7BA8-7CF3-4CEE-99C9-274EC5C5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00250"/>
            <a:ext cx="1809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5ED6A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CEDA35-0B9E-4E61-AD3E-8969C705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002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ED6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D6A0"/>
                </a:solidFill>
                <a:latin typeface="Arial"/>
                <a:ea typeface="Arial"/>
                <a:cs typeface="Arial"/>
              </a:rPr>
              <a:t>Ingress 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0546BA-C8C4-4E99-B8EF-C867BBFA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388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388FF"/>
                </a:solidFill>
                <a:latin typeface="Arial"/>
                <a:ea typeface="Arial"/>
                <a:cs typeface="Arial"/>
              </a:rPr>
              <a:t>OUTBOUND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3596D7-EB0B-46C1-88F4-92AF93BB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809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357A95-6C47-4B4E-8A78-EC82E9A2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147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6F91DF-1508-4543-B277-16073050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95725"/>
            <a:ext cx="3143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388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30856D-6A47-4A91-BAFF-8203D150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14750"/>
            <a:ext cx="1809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15A45C-8DF6-4772-A471-AF16FDE1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147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capability token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84DA88-D9CB-4518-AC2C-A00BB938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95725"/>
            <a:ext cx="3143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388F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EBCF40-4396-4189-AE93-DE861D7F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14750"/>
            <a:ext cx="1809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CD9934-2BE9-4960-B558-48F8A135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147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state guard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C0E5C1-FC94-47DC-8535-2772C974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95725"/>
            <a:ext cx="3143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388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CEBA73-902C-4321-95D0-8944BE49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14750"/>
            <a:ext cx="1809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83B92CB-AB08-44E5-AAC3-76A9C0F8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147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Skyrim execute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423E34-1C31-407E-8F70-FBF6C0F8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95725"/>
            <a:ext cx="31432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388F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D9C06E-2879-40DA-B657-DD6EE918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14750"/>
            <a:ext cx="1809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5ED6A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DFD388-2CDF-406D-AC73-61746BCC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9147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ED6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ED6A0"/>
                </a:solidFill>
                <a:latin typeface="Arial"/>
                <a:ea typeface="Arial"/>
                <a:cs typeface="Arial"/>
              </a:rPr>
              <a:t>typed result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EC6F2E-E664-4470-8317-762E1A33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010150"/>
            <a:ext cx="8858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230"/>
          </a:solidFill>
          <a:ln xmlns:a="http://schemas.openxmlformats.org/drawingml/2006/main" w="9525">
            <a:solidFill>
              <a:srgbClr val="FF7C7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660EAEF-7913-4402-ACCE-870E8EAD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210175"/>
            <a:ext cx="834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7C7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7C75"/>
                </a:solidFill>
                <a:latin typeface="Arial"/>
                <a:ea typeface="Arial"/>
                <a:cs typeface="Arial"/>
              </a:rPr>
              <a:t>No external callback under lock  •  no implicit retry after unknown outcome  •  max payload 1 MiB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3BE728-8F75-4FCF-B6A9-7E075BFC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WORLD ENGINE  •  MOD-002  •  PROTOTYPE</a:t>
            </a:r>
          </a:p>
        </p:txBody>
      </p:sp>
    </p:spTree>
    <p:extLst>
      <p:ext uri="{BB962C8B-B14F-4D97-AF65-F5344CB8AC3E}">
        <p14:creationId xmlns:p14="http://schemas.microsoft.com/office/powerpoint/2010/main" val="17459026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79EA7A-72C3-48DD-97D3-0D8E4F54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C6D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C6DD"/>
                </a:solidFill>
                <a:latin typeface="Arial"/>
                <a:ea typeface="Arial"/>
                <a:cs typeface="Arial"/>
              </a:rPr>
              <a:t>БЕЗОПАСНОСТЬ И ВОССТАНОВЛЕНИЕ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0F5DF-E511-4EC4-9DA5-F5605C64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Prototype не получает доверие авансом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EC480-9454-46EF-8023-350429D0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EC788E-EE8E-4F10-A945-1FA5F5C3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5720C-68A9-4E9F-A8F4-442D9892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333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F7FEA-9528-4633-BA78-52C358E4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76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C6D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E149B-B205-45C9-8EC1-48C7FD59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2933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Local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8EEF9-4464-4769-B718-8714D232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9337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Windows named pipe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ACL текущего пользователя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No network listener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No raw pointers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No SDK object layouts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C8A7F0-7267-4530-94FD-6F35F7C9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3333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0F844-E934-4B0C-8F1E-BA535EBD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90700"/>
            <a:ext cx="476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C7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02325-CBEE-41DC-AA4B-950D1C43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62150"/>
            <a:ext cx="2933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Fail explicit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54039D-1E12-4D18-BC1A-AF26891D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362200"/>
            <a:ext cx="29337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Schema mismatch → reject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Missing token → reject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Unsupported → typed result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Oversized frame → reject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Runtime update → revalidate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37D570-C5C3-46F2-84E5-473DE8B8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3333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DF7434-D2A8-4AE6-9850-7390CCDA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90700"/>
            <a:ext cx="476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D6A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BC2946-F98F-4ED9-B41D-107B5E11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62150"/>
            <a:ext cx="2933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Bounded recovery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66F93F-BD43-4D22-B3E0-C778B475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9337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Detect → Quiesce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Disconnect → Reconnect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Revalidate profile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Rediscover capabilities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Resume or remain unavailable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D2A22E-FBDF-4DDF-B8CD-2C8B2827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Save semantics, discovery policy и application recovery остаются у своих владельцев.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5F697A-839B-47A3-864B-CA619E4A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WORLD ENGINE  •  MOD-002  •  PROTOTYPE</a:t>
            </a:r>
          </a:p>
        </p:txBody>
      </p:sp>
    </p:spTree>
    <p:extLst>
      <p:ext uri="{BB962C8B-B14F-4D97-AF65-F5344CB8AC3E}">
        <p14:creationId xmlns:p14="http://schemas.microsoft.com/office/powerpoint/2010/main" val="13376785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7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B4BF4D-BAA2-43E8-8F28-466DE961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8C6D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38C6DD"/>
                </a:solidFill>
                <a:latin typeface="Arial"/>
                <a:ea typeface="Arial"/>
                <a:cs typeface="Arial"/>
              </a:rPr>
              <a:t>ПЛАН ПОСТАВКИ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92EBE-AD52-4B97-830B-4B7C7B8F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Следующий шаг — transport и реальный bridge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A0587-314B-4081-AB4D-EF80BCDA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69A579-1BB5-423F-8852-58B9726E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6A78FB-388E-4FFE-BF14-3DA53607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32575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B9BB2-84FC-4FE0-B3FF-B74C2BA1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476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D6A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20BFD-907A-4C8B-A5C9-BF91ED40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M2.1  •  DONE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938FD-9A51-4A8F-BFA6-7E631FB0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241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ADR-009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Полная RU/DE спецификация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Ports + lifecycle core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Profile + schema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Static QA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3D2E6B-8EC4-4B3D-A456-113FE32E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752600"/>
            <a:ext cx="32575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F8D97-28A2-4B89-BF8A-85A08065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752600"/>
            <a:ext cx="476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C6D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AE8DB-1013-4C74-8B00-AB3F0A63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9240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M2.2  •  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3D973D-99EC-49F7-B62B-4F721780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3241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Named-pipe transport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Versioned frame codec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Handshake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Disconnect + backpressure tests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4C225E-1BF0-460D-8874-C7E97735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52600"/>
            <a:ext cx="32575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02838"/>
          </a:solidFill>
          <a:ln xmlns:a="http://schemas.openxmlformats.org/drawingml/2006/main" w="9525">
            <a:solidFill>
              <a:srgbClr val="3151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BF254-B5BA-4935-8415-8B45C0B7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52600"/>
            <a:ext cx="476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88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C3C3C-C8B2-4FCF-8779-AA2CC106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2405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F8FB"/>
                </a:solidFill>
                <a:latin typeface="Arial"/>
                <a:ea typeface="Arial"/>
                <a:cs typeface="Arial"/>
              </a:rPr>
              <a:t>M2.3–M2.8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CA761C-2EDD-432D-B438-23A4C241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241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SKSE event bridge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Outbound subtitle MVP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Evidence mapping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In-game matrix</a:t>
            </a:r>
          </a:p>
          <a:p xmlns:a="http://schemas.openxmlformats.org/drawingml/2006/main">
            <a:pPr algn="l">
              <a:defRPr sz="1125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Packaging + release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D1D25E-013A-43ED-90CD-9754F281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364A"/>
          </a:solidFill>
          <a:ln xmlns:a="http://schemas.openxmlformats.org/drawingml/2006/main" w="9525">
            <a:solidFill>
              <a:srgbClr val="F7C4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2405A6-A150-4BC8-A0A0-9294BD86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C45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C45B"/>
                </a:solidFill>
                <a:latin typeface="Arial"/>
                <a:ea typeface="Arial"/>
                <a:cs typeface="Arial"/>
              </a:rPr>
              <a:t>Что блокирует Supported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DBFA3E-32E3-4AE9-83BC-3045DD51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8FB"/>
                </a:solidFill>
                <a:latin typeface="Arial"/>
                <a:ea typeface="Arial"/>
                <a:cs typeface="Arial"/>
              </a:rPr>
              <a:t>MSVC + CMake build  •  CommonLibSSE NG / SKSE linkage  •  DLL load smoke test</a:t>
            </a:r>
          </a:p>
          <a:p xmlns:a="http://schemas.openxmlformats.org/drawingml/2006/main">
            <a:pPr algn="l">
              <a:defRPr sz="1200" b="0">
                <a:solidFill>
                  <a:srgbClr val="F4F8F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4F8FB"/>
                </a:solidFill>
                <a:latin typeface="Arial"/>
                <a:ea typeface="Arial"/>
                <a:cs typeface="Arial"/>
              </a:rPr>
              <a:t>Steam AE + legacy SE + GOG AE validation  •  security review  •  exact compatibility report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8C8257-8504-4D6A-8A53-4B10DAE5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9BEC9"/>
                </a:solidFill>
                <a:latin typeface="Arial"/>
                <a:ea typeface="Arial"/>
                <a:cs typeface="Arial"/>
              </a:rPr>
              <a:t>WORLD ENGINE  •  MOD-002  •  MAIN UNCHANGED</a:t>
            </a:r>
          </a:p>
        </p:txBody>
      </p:sp>
    </p:spTree>
    <p:extLst>
      <p:ext uri="{BB962C8B-B14F-4D97-AF65-F5344CB8AC3E}">
        <p14:creationId xmlns:p14="http://schemas.microsoft.com/office/powerpoint/2010/main" val="11376071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2026-09-04T18:30:51.2640000Z</dcterms:created>
  <dcterms:modified xsi:type="dcterms:W3CDTF">2026-09-04T18:30:51.2640000Z</dcterms:modified>
</coreProperties>
</file>