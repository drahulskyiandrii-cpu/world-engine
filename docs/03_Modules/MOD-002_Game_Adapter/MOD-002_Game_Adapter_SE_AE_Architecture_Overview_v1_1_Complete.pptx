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85c10683f9487f" /><Relationship Type="http://schemas.openxmlformats.org/officeDocument/2006/relationships/extended-properties" Target="/docProps/app.xml" Id="R9206e7b40f934fe8" /><Relationship Type="http://schemas.openxmlformats.org/officeDocument/2006/relationships/officeDocument" Target="/ppt/presentation.xml" Id="Rcc49591561844e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d9e9fbcba646e3"/>
  </p:sldMasterIdLst>
  <p:notesMasterIdLst>
    <p:notesMasterId xmlns:r="http://schemas.openxmlformats.org/officeDocument/2006/relationships" r:id="R452c175f97a741bc"/>
  </p:notesMasterIdLst>
  <p:sldIdLst>
    <p:sldId xmlns:r="http://schemas.openxmlformats.org/officeDocument/2006/relationships" id="256" r:id="R0775373d4b384ff9"/>
    <p:sldId xmlns:r="http://schemas.openxmlformats.org/officeDocument/2006/relationships" id="257" r:id="Ra80f545347f64586"/>
    <p:sldId xmlns:r="http://schemas.openxmlformats.org/officeDocument/2006/relationships" id="258" r:id="Rbcc4d2e298444fbb"/>
    <p:sldId xmlns:r="http://schemas.openxmlformats.org/officeDocument/2006/relationships" id="259" r:id="R0e7da7961a3b46c2"/>
    <p:sldId xmlns:r="http://schemas.openxmlformats.org/officeDocument/2006/relationships" id="260" r:id="R38607516a2074e95"/>
    <p:sldId xmlns:r="http://schemas.openxmlformats.org/officeDocument/2006/relationships" id="261" r:id="R26f5895f983c45c2"/>
    <p:sldId xmlns:r="http://schemas.openxmlformats.org/officeDocument/2006/relationships" id="262" r:id="Re31794bb678249ac"/>
    <p:sldId xmlns:r="http://schemas.openxmlformats.org/officeDocument/2006/relationships" id="263" r:id="R591ed51bd73245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90bc06b7c7423b" /><Relationship Type="http://schemas.openxmlformats.org/officeDocument/2006/relationships/slideMaster" Target="/ppt/slideMasters/slideMaster1.xml" Id="Rdbd9e9fbcba646e3" /><Relationship Type="http://schemas.openxmlformats.org/officeDocument/2006/relationships/notesMaster" Target="/ppt/notesMasters/notesMaster1.xml" Id="R452c175f97a741bc" /><Relationship Type="http://schemas.openxmlformats.org/officeDocument/2006/relationships/presProps" Target="/ppt/presProps.xml" Id="Re3e5ccfd00a54f75" /><Relationship Type="http://schemas.openxmlformats.org/officeDocument/2006/relationships/tableStyles" Target="/ppt/tableStyles.xml" Id="R56647bacc19c4aba" /><Relationship Type="http://schemas.openxmlformats.org/officeDocument/2006/relationships/slide" Target="/ppt/slides/slide1.xml" Id="R0775373d4b384ff9" /><Relationship Type="http://schemas.openxmlformats.org/officeDocument/2006/relationships/slide" Target="/ppt/slides/slide2.xml" Id="Ra80f545347f64586" /><Relationship Type="http://schemas.openxmlformats.org/officeDocument/2006/relationships/slide" Target="/ppt/slides/slide3.xml" Id="Rbcc4d2e298444fbb" /><Relationship Type="http://schemas.openxmlformats.org/officeDocument/2006/relationships/slide" Target="/ppt/slides/slide4.xml" Id="R0e7da7961a3b46c2" /><Relationship Type="http://schemas.openxmlformats.org/officeDocument/2006/relationships/slide" Target="/ppt/slides/slide5.xml" Id="R38607516a2074e95" /><Relationship Type="http://schemas.openxmlformats.org/officeDocument/2006/relationships/slide" Target="/ppt/slides/slide6.xml" Id="R26f5895f983c45c2" /><Relationship Type="http://schemas.openxmlformats.org/officeDocument/2006/relationships/slide" Target="/ppt/slides/slide7.xml" Id="Re31794bb678249ac" /><Relationship Type="http://schemas.openxmlformats.org/officeDocument/2006/relationships/slide" Target="/ppt/slides/slide8.xml" Id="R591ed51bd73245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437df3a6654d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18ea1d5b324c4c" /><Relationship Type="http://schemas.openxmlformats.org/officeDocument/2006/relationships/notesMaster" Target="/ppt/notesMasters/notesMaster1.xml" Id="R6ea481a661e641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62325612fa428f" /><Relationship Type="http://schemas.openxmlformats.org/officeDocument/2006/relationships/notesMaster" Target="/ppt/notesMasters/notesMaster1.xml" Id="R93676bef36254a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d72fa2fe7e4a2a" /><Relationship Type="http://schemas.openxmlformats.org/officeDocument/2006/relationships/notesMaster" Target="/ppt/notesMasters/notesMaster1.xml" Id="R49a40ae5f5324f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1ca4bdcf2441cf" /><Relationship Type="http://schemas.openxmlformats.org/officeDocument/2006/relationships/notesMaster" Target="/ppt/notesMasters/notesMaster1.xml" Id="Ra292f5e779794e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d22529b4394de1" /><Relationship Type="http://schemas.openxmlformats.org/officeDocument/2006/relationships/notesMaster" Target="/ppt/notesMasters/notesMaster1.xml" Id="R47033a0f66fe4d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a1a77549da4511" /><Relationship Type="http://schemas.openxmlformats.org/officeDocument/2006/relationships/notesMaster" Target="/ppt/notesMasters/notesMaster1.xml" Id="Rdd1d6de2f52746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41220cbddc44e0" /><Relationship Type="http://schemas.openxmlformats.org/officeDocument/2006/relationships/notesMaster" Target="/ppt/notesMasters/notesMaster1.xml" Id="R736f668b03ef49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eba477d57f4895" /><Relationship Type="http://schemas.openxmlformats.org/officeDocument/2006/relationships/notesMaster" Target="/ppt/notesMasters/notesMaster1.xml" Id="R2715ef4c6e2a48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MOD-002 Game Adapter v1.0 Implementation Baseline и ADR-009. Техническая версия SKSE проверена по https://skse.silverlock.org/ на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ADR-009, разделы 2–7; MOD-002 v1.0, разделы 1–7. CommonLibSSE NG: https://github.com/CharmedBaryon/CommonLibSSE-NG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ARCH-003, ARCH-005, ARCH-008; ADR-006, ADR-007, ADR-008; MOD-002 v1.0, разделы 2, 3, 6 и 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MOD-002 v1.0, разделы 8–10 и 18. Реализация: modules/MOD-002_Game_Adapter/src/game_adapter.cpp.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ADR-007 capability semantics; MOD-002 v1.0, разделы 7–8. Профиль: modules/MOD-002_Game_Adapter/profiles/skyrim-se-ae.profile.json.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MOD-002 v1.0, разделы 11, 12, 15–17 и 20. Реализация проверок: game_adapter.cpp.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MOD-002 v1.0, разделы 13–20 и 23; ADR-009, раздел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MOD-002 v1.0, разделы 24–30; MOD-002 M2.1 Baseline QA. Текущие версии SKSE: https://skse.silverlock.org/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525462ee747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df78a26e284ef2" /><Relationship Type="http://schemas.openxmlformats.org/officeDocument/2006/relationships/slideLayout" Target="/ppt/slideLayouts/slideLayout1.xml" Id="R2fff415a010f4c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f415a010f4c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6f7654e314d26" /><Relationship Type="http://schemas.openxmlformats.org/officeDocument/2006/relationships/notesSlide" Target="/ppt/notesSlides/notesSlide1.xml" Id="Re1600009a98c40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e3729e1ac48af" /><Relationship Type="http://schemas.openxmlformats.org/officeDocument/2006/relationships/notesSlide" Target="/ppt/notesSlides/notesSlide2.xml" Id="R1b056670bcf947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a9b386b4d4c11" /><Relationship Type="http://schemas.openxmlformats.org/officeDocument/2006/relationships/notesSlide" Target="/ppt/notesSlides/notesSlide3.xml" Id="R9074fa78d38e40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682a3cea9412b" /><Relationship Type="http://schemas.openxmlformats.org/officeDocument/2006/relationships/notesSlide" Target="/ppt/notesSlides/notesSlide4.xml" Id="Rb5dc6b42a9e74b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564ddce354890" /><Relationship Type="http://schemas.openxmlformats.org/officeDocument/2006/relationships/notesSlide" Target="/ppt/notesSlides/notesSlide5.xml" Id="Rf91d900769ab48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b442eb1c14c33" /><Relationship Type="http://schemas.openxmlformats.org/officeDocument/2006/relationships/notesSlide" Target="/ppt/notesSlides/notesSlide6.xml" Id="R9b5357fa86b947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96e110b464a24" /><Relationship Type="http://schemas.openxmlformats.org/officeDocument/2006/relationships/notesSlide" Target="/ppt/notesSlides/notesSlide7.xml" Id="Re9cdc85032414f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1d5afa780422d" /><Relationship Type="http://schemas.openxmlformats.org/officeDocument/2006/relationships/notesSlide" Target="/ppt/notesSlides/notesSlide8.xml" Id="R0901d10e7a344b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21440-1D87-484E-B3A2-E0D5BB7B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16DD1-4CD7-46F2-818A-1C2D025F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6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A5DA3-DFD3-4AEB-96B9-547C752F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WORLD ENGINE / INTEGRATION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C69F0-A0BC-4F39-8AB5-466D6792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MOD-002</a:t>
            </a:r>
          </a:p>
          <a:p xmlns:a="http://schemas.openxmlformats.org/drawingml/2006/main">
            <a:pPr algn="l">
              <a:defRPr sz="4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Game Adapter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E6ADE-455A-47DD-91F4-E156FADD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Архитектурная и реализационная база для Skyrim SE / 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DA30E-379C-4E52-9D0D-E2FAA85F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459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364A"/>
          </a:solidFill>
          <a:ln xmlns:a="http://schemas.openxmlformats.org/drawingml/2006/main" w="9525">
            <a:solidFill>
              <a:srgbClr val="38C6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65AB7-0821-4701-AF02-36B04263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91025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M2.1 COMPLETE  •  STATUS: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B9FC7-6D2C-47EB-AEA9-3CCD6326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C4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C45B"/>
                </a:solidFill>
                <a:latin typeface="Arial"/>
                <a:ea typeface="Arial"/>
                <a:cs typeface="Arial"/>
              </a:rPr>
              <a:t>Skyrim VR не включён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68A97-01E8-43ED-8DD8-6AE125C4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3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2026-09-04</a:t>
            </a:r>
          </a:p>
        </p:txBody>
      </p:sp>
    </p:spTree>
    <p:extLst>
      <p:ext uri="{BB962C8B-B14F-4D97-AF65-F5344CB8AC3E}">
        <p14:creationId xmlns:p14="http://schemas.microsoft.com/office/powerpoint/2010/main" val="1703462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B2C1A6-67E3-45FA-9048-E1DB3C7B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РЕШЕНИЕ И ГРАНИЦЫ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3E6E2-99D7-4615-BF31-CC45A366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Что именно разрешено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31B5C-8C2C-4425-9744-59F553AA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87A69-1F6C-4B99-89F1-B256161C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50B06-2641-42CE-99A9-152C34BB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25BCC-5E88-4EDA-B8F3-1A5C56F9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6A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39596-5717-4E18-BBAA-D9761196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Skyrim SE / 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95B9E-8146-4712-A5E0-4FBEFC21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02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Steam AE, legacy Steam SE 1.5.97 и GOG AE. Каждая линия остаётся Pending Game Test до объективной проверки.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D5872-EF02-4824-8D94-3A89FE01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4E22B-E1A1-4D09-9CE3-2968A42B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7A1E2-61BC-4B21-974A-A13B364A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47850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Две части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F60AE-E5CC-4921-9CC4-FD4BB15F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302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Portable C++20 library в World Engine и тонкий C++23 SKSE/CommonLibSSE NG bridge внутри Skyrim.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10ED2-7525-4214-A846-15057475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8163D-685B-4757-AA79-3CD2037B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A4DAC-2453-4643-8C03-A601437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Один контракт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7ED80-3630-42E6-B0CC-49E9D0C8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302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Вход через Game Ingress Port. Выход через Game Output Capability Port. Ownership остаётся у application boundary.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0B698-ADED-49B4-BA4C-A43BF747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B95EA-1D4B-484C-9E53-D45C6318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4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FECAFD-4932-4A24-A431-0D410DEE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4914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Намеренно исключено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6D8DA-BD4D-41A9-B7C7-E51CACF4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4914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Skyrim VR, Classic Skyrim, Windows Store, Game Pass и Epic Games Store. Никаких заявлений Supported до сборки и in-game матрицы.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266FF-7203-406A-AEB6-B5AB3A7E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50695-48CF-4926-9969-C2D05DE2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6A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66E12-4FB5-4A2B-8928-588D4130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914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Почему так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E99DA-0363-46F2-8796-EBA2E9E9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914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Изолируем Skyrim SDK, сохраняем ацикличные зависимости, тестируем portable logic без игры и не раздуваем первую compatibility matrix.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868F96-B64F-4CA2-804C-82E30EE6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PROTOTYPE</a:t>
            </a:r>
          </a:p>
        </p:txBody>
      </p:sp>
    </p:spTree>
    <p:extLst>
      <p:ext uri="{BB962C8B-B14F-4D97-AF65-F5344CB8AC3E}">
        <p14:creationId xmlns:p14="http://schemas.microsoft.com/office/powerpoint/2010/main" val="450018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BAA8E-CEE6-4930-BA05-08D94B87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СТАТИЧЕСКАЯ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EB22A-A886-4B5B-B1BC-1224C5B9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Граница не пропускает Skyrim-типы в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2D5BC-E14B-48F5-84DB-6F4D41E0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3EBCB-8C24-4989-BA9E-5EFD1D01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CDAD3-0A1E-4F27-A3CF-97CAFE6C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3E902-C5D6-4C1D-870B-3CAAB156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4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1BC34-DA6D-4E3F-8581-A0A0CB1A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Skyrim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DD1AF-426F-497F-B320-D6090703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4574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SKSE events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Runtime identity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Game hooks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UI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B1FB3-B4E2-427D-8B91-6484A113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CEC05-4CB1-4C75-8A18-31A0BC02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476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F8A54-2433-4BA5-825C-5BEF2E3A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81200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MOD-002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3AD6D-8F53-4815-833B-1F48E71E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81250"/>
            <a:ext cx="24574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Skyrim Bridge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Portable Game Adapter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Validation + capabilities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01067-2888-422D-BC23-7ECDF239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8096A-F813-429C-8080-0BFDA692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6E8FD-F48A-4A93-878B-99F929BD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71700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75DC4-69A4-4521-9A19-51DF1B8F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4574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Game Ingress Port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Game Output Port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Host status sink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Policy owners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A9568-9330-4772-9746-D94117D8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8382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5E358-CD9C-4B64-81E6-EDE48CE3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8382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77BC9-353E-454F-9048-3469F236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runtime observations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30600-2B2C-4844-ADC8-AC0E41EA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908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typed contracts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827BC-2B98-49D9-AC5B-EA2F6B9F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95875"/>
            <a:ext cx="8343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30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25B5D-6A16-4B2A-9B16-429A30E0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863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D6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D6A0"/>
                </a:solidFill>
                <a:latin typeface="Arial"/>
                <a:ea typeface="Arial"/>
                <a:cs typeface="Arial"/>
              </a:rPr>
              <a:t>Plugin Detection владеет discovery  •  Save Manager владеет restore compatibility  •  Host владеет application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BEAAE-B13F-471C-B976-764D03E2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PROTOTYPE</a:t>
            </a:r>
          </a:p>
        </p:txBody>
      </p:sp>
    </p:spTree>
    <p:extLst>
      <p:ext uri="{BB962C8B-B14F-4D97-AF65-F5344CB8AC3E}">
        <p14:creationId xmlns:p14="http://schemas.microsoft.com/office/powerpoint/2010/main" val="1433508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58E280-0ECA-43E6-BFF2-C9056805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СОСТОЯНИЯ АДАПТЕРА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20377-6D0B-444F-94DF-5A5D3B6E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Явный lifecycle вместо скрытых флагов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27132-3DA5-4D3D-A01D-44715017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33173-5660-4855-8F2D-22CD454F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C7C72-D24C-4A9E-A284-A26310A3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A9BE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4E157-A5C1-4EA0-82AF-14AE5CB6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BDC4D-7FF7-47B6-96CA-FD83B02E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240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D55BC-4E20-4874-9EAA-51AEC3A1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859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8C6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3555F-F49E-43D8-808D-B6E97AB8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Initializing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AA5BA-A1F0-471D-90F2-E6E6301E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240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29226-C630-47C9-A893-17914BBA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859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60653-103C-4922-BCEB-A1F7B068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D6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D6A0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A3556-8462-4257-BD31-AB3DB4F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240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AF16B-AC94-40E4-B468-89FDA556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D3E53-C6B3-486A-9B42-9A9E37EC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4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C45B"/>
                </a:solidFill>
                <a:latin typeface="Arial"/>
                <a:ea typeface="Arial"/>
                <a:cs typeface="Arial"/>
              </a:rPr>
              <a:t>Degraded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B866B-751B-4AC5-964B-5716EC76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240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6E017-DBD4-439B-A620-BB532CAC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859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F7C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48C3C-3209-46E1-8BAD-3D3E4104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C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C75"/>
                </a:solidFill>
                <a:latin typeface="Arial"/>
                <a:ea typeface="Arial"/>
                <a:cs typeface="Arial"/>
              </a:rPr>
              <a:t>Unavailable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AB889-2420-48B8-8CD0-5899A076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5433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438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B976B-41E5-4808-8346-26E4A9A5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719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38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388FF"/>
                </a:solidFill>
                <a:latin typeface="Arial"/>
                <a:ea typeface="Arial"/>
                <a:cs typeface="Arial"/>
              </a:rPr>
              <a:t>Recovering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456FD-DEE4-4EA7-B7D3-81EADA81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5433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44F62-0EC1-4DE1-AABA-4D87AB86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719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4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C45B"/>
                </a:solidFill>
                <a:latin typeface="Arial"/>
                <a:ea typeface="Arial"/>
                <a:cs typeface="Arial"/>
              </a:rPr>
              <a:t>Stopping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CFC9D-F544-4B0E-8088-404250DB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433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A9BE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27101-8E50-432D-8F00-4EE31086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Stopped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0EC7DE-5FD4-4374-B5CB-C943FC1D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433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F7C7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0E7469-8430-496D-AAC2-AD055FAB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719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C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C75"/>
                </a:solidFill>
                <a:latin typeface="Arial"/>
                <a:ea typeface="Arial"/>
                <a:cs typeface="Arial"/>
              </a:rPr>
              <a:t>Failed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B4B18-5A38-473B-AA99-C1BEB4B6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291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Recovering возвращает систему в новый Initializing generation после quiesce и revalidation.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1A637E-DBDD-4DB0-A68C-1FC02201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Каждый переход публикует evidence; только Host вычисляет итоговый application state.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E9EE67-5815-4ED9-8CD7-F6349842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PROTOTYPE</a:t>
            </a:r>
          </a:p>
        </p:txBody>
      </p:sp>
    </p:spTree>
    <p:extLst>
      <p:ext uri="{BB962C8B-B14F-4D97-AF65-F5344CB8AC3E}">
        <p14:creationId xmlns:p14="http://schemas.microsoft.com/office/powerpoint/2010/main" val="814686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639B64-43FC-4768-8927-73C52963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КОНТРАКТ ВОЗМОЖНОСТЕЙ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66A4B-92A5-4475-829F-937AF110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Capabilities определяют фактическую поддержку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2CFB-D7AB-4E6E-887D-39661961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D723C-0C77-4E44-A2C5-8F56A084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AA3B1-CC7C-4D2E-AC07-730B0AED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D6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D6A0"/>
                </a:solidFill>
                <a:latin typeface="Arial"/>
                <a:ea typeface="Arial"/>
                <a:cs typeface="Arial"/>
              </a:rPr>
              <a:t>REQUIRED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FFF71-C0B0-4B6E-84F9-DB76FD82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095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4D448-36F2-4B2E-BE56-8071DCA6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runtime.identity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910F4-5554-41F8-8DC4-5E26F281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95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4D152-885B-43BC-996E-87374EDC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52725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session.lifecycle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1A36A-D158-4C41-9B74-03E1A2F2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095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435C4-AEBB-44AE-882A-C33E0A55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dialogue.context.observe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82779-83F4-4DC5-B122-DEED65B7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095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E7F09-EDC3-4A2A-A57F-FCEA8332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ui.subtitle.show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9F184-9877-492B-892C-AC17C947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095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156E9-A9CD-406A-AE82-9E2A18B4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safe_point.evidence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1B961-DB88-4FCA-91C7-FEC2A362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C4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C45B"/>
                </a:solidFill>
                <a:latin typeface="Arial"/>
                <a:ea typeface="Arial"/>
                <a:cs typeface="Arial"/>
              </a:rPr>
              <a:t>OPTIONAL / DEFERRED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DE035-5F2D-4D5E-AD63-2FDCC5F3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5200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1FB02-2FB3-4719-A076-A222DC9A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world.time.observe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BCCF2-9253-4BCB-B6B6-A161A77C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5200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F10AE-0F58-48F8-B5E2-C7DD8A4E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player.location.observe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B379E-69F8-4027-BFD9-065181D6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5200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90DFD-F238-452C-A545-D55CD81D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actor.basic.observe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BDE85A-DC8E-4AA0-A22E-704F6754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95725"/>
            <a:ext cx="5200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2ED6D-91A7-41D2-BFD1-A5B4D089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29075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voice.playback.trigger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8E147-AC52-4FA2-8C96-C344E0AB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52006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364A"/>
          </a:solidFill>
          <a:ln xmlns:a="http://schemas.openxmlformats.org/drawingml/2006/main" w="9525">
            <a:solidFill>
              <a:srgbClr val="38C6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6A15FA-6600-4044-86A5-AFD01E50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149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Unknown  •  Available  •  Degraded</a:t>
            </a:r>
          </a:p>
          <a:p xmlns:a="http://schemas.openxmlformats.org/drawingml/2006/main">
            <a:pPr algn="ctr">
              <a:defRPr sz="12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Unavailable  •  Unsupported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9274A5-0122-48EF-AA44-7F60A78B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PROTOTYPE</a:t>
            </a:r>
          </a:p>
        </p:txBody>
      </p:sp>
    </p:spTree>
    <p:extLst>
      <p:ext uri="{BB962C8B-B14F-4D97-AF65-F5344CB8AC3E}">
        <p14:creationId xmlns:p14="http://schemas.microsoft.com/office/powerpoint/2010/main" val="442174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D7F844-6A39-4588-9022-503AE942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RUNTIME 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905F1-5FA1-4857-9E16-448DE12C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Два направленных потока, один набор проверок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601D2-0211-474B-B8B8-A88DE982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A2F99-014F-453A-B701-296C3558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EC69E-2534-48ED-926C-8F8DFDE4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INBOUND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56FD7-6A1E-45ED-AB75-91E1F79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C868F-091C-4D55-AFF7-2EDB7048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Skyrim event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0BDC7-A679-4D18-8CA5-C44DAF57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812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4B1BF-65F9-423A-B565-70EA52BB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BA4B2-31C1-4161-949E-324CAD44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bounded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18DC8-9EC4-46FE-8C76-41181D8E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812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76F7B-42F2-4BBC-B601-2FD99D42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002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0F1D8-3925-4347-AD51-8776E24C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schema + 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51D14-80F3-4A3C-B69F-151D4A5A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812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C1109-E480-4B4C-BD3C-C1E51C7B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02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46A6D-7188-40E4-BF21-6376A86C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B39A64-47B4-4C2A-8A2F-63E73D98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812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DA4BB-6977-4FFE-8C13-E01618AB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002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699E5-B932-43A8-B4B9-75D1BFBF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ED6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D6A0"/>
                </a:solidFill>
                <a:latin typeface="Arial"/>
                <a:ea typeface="Arial"/>
                <a:cs typeface="Arial"/>
              </a:rPr>
              <a:t>Ingress 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D1484-8508-4D44-A25E-A8FF182A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8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388FF"/>
                </a:solidFill>
                <a:latin typeface="Arial"/>
                <a:ea typeface="Arial"/>
                <a:cs typeface="Arial"/>
              </a:rPr>
              <a:t>OUTBOUND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CFBB7-10C6-4B95-8604-E8CEFF19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F9F20-322D-4FCD-8F31-0AA85A6F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D7957C-FA0D-4389-9B72-E48A8BCD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957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A617BE-F682-4A09-A706-23EA0D86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147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6482A-2037-4409-A84F-DD40CA98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14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capability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E0114B-7138-4AAA-A428-FBC762AF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957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67AD4D-538D-4C69-A122-8E0DEB9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147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7A61D6-A4C3-4110-BB31-0D035E1A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14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state guard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146C5F-99D9-42A3-BB7A-F4F83D52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957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C2AE6E-70E3-4A68-977D-BACDE448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147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8CB625-AE39-420E-BB8C-319B5181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14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Skyrim execute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D80DD5-C5F5-49B6-8E2F-9A7A4A9C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957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1CCB5A-ED12-4FA6-AB07-B739FCB8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147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792E95-F8F7-42AF-AC66-023F7745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14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ED6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D6A0"/>
                </a:solidFill>
                <a:latin typeface="Arial"/>
                <a:ea typeface="Arial"/>
                <a:cs typeface="Arial"/>
              </a:rPr>
              <a:t>typed result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A45E6F-BAE2-43F5-95E6-4A851790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10150"/>
            <a:ext cx="8858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30"/>
          </a:solidFill>
          <a:ln xmlns:a="http://schemas.openxmlformats.org/drawingml/2006/main" w="9525">
            <a:solidFill>
              <a:srgbClr val="FF7C7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324E71-FF3E-44EF-A150-C648AA97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10175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C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C75"/>
                </a:solidFill>
                <a:latin typeface="Arial"/>
                <a:ea typeface="Arial"/>
                <a:cs typeface="Arial"/>
              </a:rPr>
              <a:t>No external callback under lock  •  no implicit retry after unknown outcome  •  max payload 1 MiB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28EA55-DBA8-48CE-9F22-0B873CF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PROTOTYPE</a:t>
            </a:r>
          </a:p>
        </p:txBody>
      </p:sp>
    </p:spTree>
    <p:extLst>
      <p:ext uri="{BB962C8B-B14F-4D97-AF65-F5344CB8AC3E}">
        <p14:creationId xmlns:p14="http://schemas.microsoft.com/office/powerpoint/2010/main" val="1053499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53DEC-36DC-4047-9943-EA829924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БЕЗОПАСНОСТЬ И ВОССТАНОВЛЕНИЕ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13D9E-CB3D-41E7-8589-D5553FE7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Prototype не получает доверие авансом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F23CE-C43F-4238-9C2D-5E663087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029A0-E3E9-464A-89A5-64A6AC2E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606EE-2D1E-4CE6-9FF3-B11633B7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54CFA-9186-4F95-AF3E-7D62C34A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6B61B-5388-4980-B54E-2E67D250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933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Local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815F4-F50F-48F9-AECA-41D1162A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9337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Windows named pipe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ACL текущего пользователя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No network listener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No raw pointers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No SDK object layouts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1E1C1-BE6B-42DB-833D-37626FA9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2809A-066A-4998-A83F-4AD7D42B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7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6108F-EAC1-4BA1-816F-B80A1F48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62150"/>
            <a:ext cx="2933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Fail explicit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CF867-71CB-4481-BAFE-F9C53CD7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62200"/>
            <a:ext cx="29337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Schema mismatch → reject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Missing token → reject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Unsupported → typed result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Oversized frame → reject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Runtime update → revalidate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37A7D-E73C-437F-81A8-19ADA0BC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02F44-8EE9-4212-8284-0472D9B3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6A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66CD9-6532-4085-97F8-AAAB9F16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2933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Bounded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C8544-483C-4B24-A3FA-FFBCFCA2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9337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Detect → Quiesce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Disconnect → Reconnect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Revalidate profile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Rediscover capabilities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Resume or remain unavailable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BB5E8-0B7C-46E3-9656-E501480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Save semantics, discovery policy и application recovery остаются у своих владельцев.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8D626-C966-4BB0-997D-1065FCAC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PROTOTYPE</a:t>
            </a:r>
          </a:p>
        </p:txBody>
      </p:sp>
    </p:spTree>
    <p:extLst>
      <p:ext uri="{BB962C8B-B14F-4D97-AF65-F5344CB8AC3E}">
        <p14:creationId xmlns:p14="http://schemas.microsoft.com/office/powerpoint/2010/main" val="80405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BE253-FEAA-45D0-BC6E-EFEFC928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ПЛАН ПОСТАВКИ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6A09B-E792-42AE-B007-526840C4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Следующий шаг — portable build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2DC60-BE30-48AA-854A-D90F15DB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76D19-CD69-4E67-89DC-E16C8449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A863B-D244-412F-98AE-2E0C728A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2575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61738-7C2F-4F58-82CE-A8B89AC9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6A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7C658-64B5-4F06-AA34-DBD143B4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M2.1  •  DONE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301EA-22B9-4686-AD0B-EC1D85CC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ADR-009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Полная RU/DE спецификация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Ports + lifecycle core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Profile + schema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Static QA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B72E4-7C99-48A3-A347-0015A752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52600"/>
            <a:ext cx="32575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313E7-81D8-48AE-BD10-40CDE850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5260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60E77-3CD8-4A8D-9989-11C6FD28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924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M2.2  •  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1416B-72F2-4240-B90A-64E58C31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241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CMake configure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MSVC Debug + Release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Warnings as errors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Unit + contract tests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Recorded tool versions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E159D-31D3-4967-9F4F-973D0CB4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32575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8AE52-3D2A-48F5-983F-A6506733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F9ECB-E470-4526-8D9C-C5971703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24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M2.3–M2.8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36CF9-48C7-4318-83C3-8E43FBD8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Named-pipe transport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SKSE event bridge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Outbound subtitle MVP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In-game matrix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Packaging + release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382FA-1C45-4FF3-8653-B426A5DE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364A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CE1C9-CAAB-4A75-860C-6112D47D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C4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C45B"/>
                </a:solidFill>
                <a:latin typeface="Arial"/>
                <a:ea typeface="Arial"/>
                <a:cs typeface="Arial"/>
              </a:rPr>
              <a:t>Что блокирует Supported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07163-3252-46CD-ABB9-6D452D6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MSVC + CMake build  •  CommonLibSSE NG / SKSE linkage  •  DLL load smoke test</a:t>
            </a:r>
          </a:p>
          <a:p xmlns:a="http://schemas.openxmlformats.org/drawingml/2006/main">
            <a:pPr algn="l">
              <a:defRPr sz="120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Steam AE + legacy SE + GOG AE validation  •  security review  •  exact compatibility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A5F01-6593-4443-9278-67AED6AF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MAIN UNCHANGED</a:t>
            </a:r>
          </a:p>
        </p:txBody>
      </p:sp>
    </p:spTree>
    <p:extLst>
      <p:ext uri="{BB962C8B-B14F-4D97-AF65-F5344CB8AC3E}">
        <p14:creationId xmlns:p14="http://schemas.microsoft.com/office/powerpoint/2010/main" val="988028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2026-09-04T22:36:24.4730000Z</dcterms:created>
  <dcterms:modified xsi:type="dcterms:W3CDTF">2026-09-04T22:36:24.4730000Z</dcterms:modified>
</coreProperties>
</file>